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2726280"/>
            <a:ext cx="907128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0349F6-6F25-4CF4-9D78-C954C4E665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381D57-2D63-4C4C-B7AD-B387D163B6F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itle"/>
          <p:cNvSpPr txBox="1"/>
          <p:nvPr/>
        </p:nvSpPr>
        <p:spPr>
          <a:xfrm>
            <a:off x="720000" y="540000"/>
            <a:ext cx="8640000" cy="65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4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Logo demo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logo"/>
          <p:cNvPicPr/>
          <p:nvPr/>
        </p:nvPicPr>
        <p:blipFill>
          <a:blip r:embed="rId1"/>
          <a:stretch/>
        </p:blipFill>
        <p:spPr>
          <a:xfrm>
            <a:off x="3240000" y="1980000"/>
            <a:ext cx="3240000" cy="324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LibreOffice/26.8.0.0.alpha1$MacOSX_AARCH64 LibreOffice_project/6c72e455c1d79c17cde28bfe761f3b71a651382e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2026-06-14T03:14:32Z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